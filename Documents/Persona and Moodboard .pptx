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a7ef99b4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a7ef99b4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aff0d19d2_1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aff0d19d2_1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45818E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Pantry Pal 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By: Team Blue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571750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2513425" y="28625"/>
            <a:ext cx="3154500" cy="12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500" b="1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Goals:</a:t>
            </a:r>
            <a:endParaRPr sz="1500" b="1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food waste</a:t>
            </a:r>
            <a:endParaRPr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Stop buying duplicate pantry items</a:t>
            </a:r>
            <a:endParaRPr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Stay within monthly grocery budget</a:t>
            </a:r>
            <a:endParaRPr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Keep kitchen organized</a:t>
            </a:r>
            <a:endParaRPr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endParaRPr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0" y="28625"/>
            <a:ext cx="2324700" cy="51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Name: Rick Roberson </a:t>
            </a:r>
            <a:endParaRPr sz="1600" dirty="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Location: San Francisco, California </a:t>
            </a:r>
            <a:endParaRPr sz="1600" dirty="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Age: 35 years old</a:t>
            </a:r>
            <a:endParaRPr sz="1600" dirty="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experience level: Quite Advanced (Grew up using technological devices and is very accustomed to them)</a:t>
            </a:r>
            <a:endParaRPr sz="1600" dirty="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from home, occasionally goes to his office for meetings but usually stays home.</a:t>
            </a:r>
            <a:endParaRPr sz="1600" dirty="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 dirty="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5989500" y="28625"/>
            <a:ext cx="3154500" cy="12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Challenges:</a:t>
            </a:r>
            <a:endParaRPr sz="1500" b="1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Forgetting what he already has at home</a:t>
            </a:r>
            <a:endParaRPr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Expired food in the back of cabinets</a:t>
            </a:r>
            <a:endParaRPr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Disorganized pantry and fridge</a:t>
            </a:r>
            <a:endParaRPr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system for tracking quantities</a:t>
            </a:r>
            <a:endParaRPr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2579850" y="1808225"/>
            <a:ext cx="3154500" cy="13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1500" b="1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Tools They Currently Use:</a:t>
            </a:r>
            <a:endParaRPr sz="1500" b="1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Notes app for grocery lists</a:t>
            </a:r>
            <a:endParaRPr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 list on fridge</a:t>
            </a:r>
            <a:endParaRPr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Excel occasionally for budgeting</a:t>
            </a:r>
            <a:endParaRPr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Grocery store apps</a:t>
            </a:r>
            <a:endParaRPr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Calendar reminders</a:t>
            </a:r>
            <a:endParaRPr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endParaRPr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5989500" y="2017025"/>
            <a:ext cx="3154500" cy="11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Their Success Is Measured By:</a:t>
            </a:r>
            <a:endParaRPr sz="1500" b="1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Staying under grocery budget</a:t>
            </a:r>
            <a:endParaRPr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Throwing away less expired food</a:t>
            </a:r>
            <a:endParaRPr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Fewer last-minute grocery runs</a:t>
            </a:r>
            <a:endParaRPr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5989500" y="3427850"/>
            <a:ext cx="3154500" cy="13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500" b="1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Motivations:</a:t>
            </a:r>
            <a:endParaRPr sz="1500" b="1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 money</a:t>
            </a:r>
            <a:endParaRPr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stress</a:t>
            </a:r>
            <a:endParaRPr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Feel more organized</a:t>
            </a:r>
            <a:endParaRPr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 more sustainably</a:t>
            </a:r>
            <a:endParaRPr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endParaRPr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2579850" y="3547475"/>
            <a:ext cx="3409800" cy="13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Preferred Method of Communication:</a:t>
            </a:r>
            <a:endParaRPr sz="1500" b="1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 apps</a:t>
            </a:r>
            <a:endParaRPr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 reminders</a:t>
            </a:r>
            <a:endParaRPr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dashboards</a:t>
            </a:r>
            <a:endParaRPr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</Words>
  <Application>Microsoft Office PowerPoint</Application>
  <PresentationFormat>On-screen Show (16:9)</PresentationFormat>
  <Paragraphs>41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Times New Roman</vt:lpstr>
      <vt:lpstr>Simple Light</vt:lpstr>
      <vt:lpstr>Pantry Pal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Bùi Phan Thảo Linh</cp:lastModifiedBy>
  <cp:revision>1</cp:revision>
  <dcterms:modified xsi:type="dcterms:W3CDTF">2026-02-25T06:51:02Z</dcterms:modified>
</cp:coreProperties>
</file>